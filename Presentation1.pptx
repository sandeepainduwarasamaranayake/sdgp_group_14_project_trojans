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5" autoAdjust="0"/>
    <p:restoredTop sz="94660"/>
  </p:normalViewPr>
  <p:slideViewPr>
    <p:cSldViewPr snapToGrid="0">
      <p:cViewPr>
        <p:scale>
          <a:sx n="75" d="100"/>
          <a:sy n="75" d="100"/>
        </p:scale>
        <p:origin x="4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411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950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473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629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25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384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3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2519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533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9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270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71BC9-BF81-45DC-83D5-BB69DE6630E1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5A8C3-29B3-4E23-9F42-36BC26DA24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121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549659" y="684185"/>
            <a:ext cx="1295245" cy="1439991"/>
            <a:chOff x="1351394" y="2755232"/>
            <a:chExt cx="1387641" cy="1542712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748" y="2755232"/>
              <a:ext cx="1234935" cy="1234935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351394" y="3990167"/>
              <a:ext cx="13876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Poppins" panose="00000500000000000000" pitchFamily="2" charset="0"/>
                  <a:cs typeface="Poppins" panose="00000500000000000000" pitchFamily="2" charset="0"/>
                </a:rPr>
                <a:t>veterinarian</a:t>
              </a:r>
              <a:endParaRPr lang="en-US" sz="1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811584" y="4946035"/>
            <a:ext cx="1997243" cy="1815998"/>
            <a:chOff x="7784431" y="413083"/>
            <a:chExt cx="1997243" cy="1815998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84431" y="413083"/>
              <a:ext cx="1548815" cy="1548815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8325853" y="1921304"/>
              <a:ext cx="14558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Poppins" panose="00000500000000000000" pitchFamily="2" charset="0"/>
                  <a:cs typeface="Poppins" panose="00000500000000000000" pitchFamily="2" charset="0"/>
                </a:rPr>
                <a:t>User</a:t>
              </a:r>
              <a:endParaRPr lang="en-US" sz="1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3977012" y="2223389"/>
            <a:ext cx="3019927" cy="917297"/>
            <a:chOff x="4957010" y="2234977"/>
            <a:chExt cx="3019927" cy="917297"/>
          </a:xfrm>
        </p:grpSpPr>
        <p:sp>
          <p:nvSpPr>
            <p:cNvPr id="11" name="Rounded Rectangle 10"/>
            <p:cNvSpPr/>
            <p:nvPr/>
          </p:nvSpPr>
          <p:spPr>
            <a:xfrm>
              <a:off x="4957010" y="2234977"/>
              <a:ext cx="3019927" cy="917297"/>
            </a:xfrm>
            <a:prstGeom prst="roundRect">
              <a:avLst>
                <a:gd name="adj" fmla="val 10953"/>
              </a:avLst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166245" y="2530741"/>
              <a:ext cx="264447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smtClean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“</a:t>
              </a:r>
              <a:r>
                <a:rPr lang="en-US" sz="1600" dirty="0" err="1" smtClean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BarkMeow</a:t>
              </a:r>
              <a:r>
                <a:rPr lang="en-US" sz="1600" dirty="0" smtClean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” Application</a:t>
              </a:r>
              <a:endParaRPr lang="en-US" sz="16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395940" y="2071115"/>
            <a:ext cx="1528464" cy="1599250"/>
            <a:chOff x="288304" y="2000599"/>
            <a:chExt cx="1528464" cy="1599250"/>
          </a:xfrm>
        </p:grpSpPr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304" y="2000599"/>
              <a:ext cx="1440530" cy="144053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433589" y="3292072"/>
              <a:ext cx="138317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Poppins" panose="00000500000000000000" pitchFamily="2" charset="0"/>
                  <a:cs typeface="Poppins" panose="00000500000000000000" pitchFamily="2" charset="0"/>
                </a:rPr>
                <a:t>Pet </a:t>
              </a:r>
              <a:r>
                <a:rPr lang="en-US" sz="1400" dirty="0" smtClean="0">
                  <a:latin typeface="Poppins" panose="00000500000000000000" pitchFamily="2" charset="0"/>
                  <a:cs typeface="Poppins" panose="00000500000000000000" pitchFamily="2" charset="0"/>
                </a:rPr>
                <a:t>day-care</a:t>
              </a:r>
              <a:endParaRPr lang="en-US" sz="1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502027" y="3648821"/>
            <a:ext cx="1415560" cy="1561796"/>
            <a:chOff x="360947" y="3917592"/>
            <a:chExt cx="1415560" cy="1561796"/>
          </a:xfrm>
        </p:grpSpPr>
        <p:pic>
          <p:nvPicPr>
            <p:cNvPr id="19" name="Picture 18"/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84" b="1811"/>
            <a:stretch/>
          </p:blipFill>
          <p:spPr>
            <a:xfrm>
              <a:off x="360947" y="3917592"/>
              <a:ext cx="1376908" cy="1231924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393328" y="5171611"/>
              <a:ext cx="138317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Poppins" panose="00000500000000000000" pitchFamily="2" charset="0"/>
                  <a:cs typeface="Poppins" panose="00000500000000000000" pitchFamily="2" charset="0"/>
                </a:rPr>
                <a:t>Pet trainers</a:t>
              </a:r>
              <a:endParaRPr lang="en-US" sz="1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571869" y="5320899"/>
            <a:ext cx="1187119" cy="1452694"/>
            <a:chOff x="3070415" y="5325499"/>
            <a:chExt cx="1187119" cy="1452694"/>
          </a:xfrm>
        </p:grpSpPr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0415" y="5325499"/>
              <a:ext cx="1187119" cy="115084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247059" y="6470416"/>
              <a:ext cx="8338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Poppins" panose="00000500000000000000" pitchFamily="2" charset="0"/>
                  <a:cs typeface="Poppins" panose="00000500000000000000" pitchFamily="2" charset="0"/>
                </a:rPr>
                <a:t>Stores</a:t>
              </a:r>
              <a:endParaRPr lang="en-US" sz="1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8957368" y="4550624"/>
            <a:ext cx="2827751" cy="2057520"/>
            <a:chOff x="8686635" y="4364451"/>
            <a:chExt cx="2827751" cy="2057520"/>
          </a:xfrm>
        </p:grpSpPr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6635" y="4364451"/>
              <a:ext cx="2827751" cy="188516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372600" y="6114194"/>
              <a:ext cx="17379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Poppins" panose="00000500000000000000" pitchFamily="2" charset="0"/>
                  <a:cs typeface="Poppins" panose="00000500000000000000" pitchFamily="2" charset="0"/>
                </a:rPr>
                <a:t>Pet community</a:t>
              </a:r>
              <a:endParaRPr lang="en-US" sz="1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cxnSp>
        <p:nvCxnSpPr>
          <p:cNvPr id="37" name="Straight Arrow Connector 36"/>
          <p:cNvCxnSpPr/>
          <p:nvPr/>
        </p:nvCxnSpPr>
        <p:spPr>
          <a:xfrm flipV="1">
            <a:off x="5800371" y="3140686"/>
            <a:ext cx="1" cy="18202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251343" y="134365"/>
            <a:ext cx="1891429" cy="664108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404393" y="160175"/>
            <a:ext cx="1772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>
                <a:latin typeface="Poppins" panose="00000500000000000000" pitchFamily="2" charset="0"/>
                <a:cs typeface="Poppins" panose="00000500000000000000" pitchFamily="2" charset="0"/>
              </a:rPr>
              <a:t>Services</a:t>
            </a:r>
            <a:endParaRPr lang="en-US" sz="2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2142772" y="2450473"/>
            <a:ext cx="183424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613121" y="2142959"/>
            <a:ext cx="9428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Poppins" panose="00000500000000000000" pitchFamily="2" charset="0"/>
                <a:cs typeface="Poppins" panose="00000500000000000000" pitchFamily="2" charset="0"/>
              </a:rPr>
              <a:t>Provides</a:t>
            </a:r>
            <a:endParaRPr lang="en-US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801991" y="3923985"/>
            <a:ext cx="14558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Poppins" panose="00000500000000000000" pitchFamily="2" charset="0"/>
                <a:cs typeface="Poppins" panose="00000500000000000000" pitchFamily="2" charset="0"/>
              </a:rPr>
              <a:t>Interact </a:t>
            </a:r>
            <a:endParaRPr lang="en-US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32" name="Straight Arrow Connector 31"/>
          <p:cNvCxnSpPr>
            <a:endCxn id="27" idx="1"/>
          </p:cNvCxnSpPr>
          <p:nvPr/>
        </p:nvCxnSpPr>
        <p:spPr>
          <a:xfrm>
            <a:off x="8272658" y="5493207"/>
            <a:ext cx="684710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91513" y="3539492"/>
            <a:ext cx="14558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Poppins" panose="00000500000000000000" pitchFamily="2" charset="0"/>
                <a:cs typeface="Poppins" panose="00000500000000000000" pitchFamily="2" charset="0"/>
              </a:rPr>
              <a:t>Connects</a:t>
            </a:r>
            <a:endParaRPr lang="en-US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38" name="Group 37"/>
          <p:cNvGrpSpPr/>
          <p:nvPr/>
        </p:nvGrpSpPr>
        <p:grpSpPr>
          <a:xfrm>
            <a:off x="7229863" y="160175"/>
            <a:ext cx="2189908" cy="665180"/>
            <a:chOff x="4957010" y="2234977"/>
            <a:chExt cx="3019927" cy="917297"/>
          </a:xfrm>
        </p:grpSpPr>
        <p:sp>
          <p:nvSpPr>
            <p:cNvPr id="41" name="Rounded Rectangle 40"/>
            <p:cNvSpPr/>
            <p:nvPr/>
          </p:nvSpPr>
          <p:spPr>
            <a:xfrm>
              <a:off x="4957010" y="2234977"/>
              <a:ext cx="3019927" cy="917297"/>
            </a:xfrm>
            <a:prstGeom prst="roundRect">
              <a:avLst>
                <a:gd name="adj" fmla="val 10953"/>
              </a:avLst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95552" y="2390849"/>
              <a:ext cx="2949984" cy="636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smtClean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Keep all health records of the pet</a:t>
              </a:r>
              <a:endParaRPr lang="en-US" sz="1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cxnSp>
        <p:nvCxnSpPr>
          <p:cNvPr id="45" name="Straight Arrow Connector 44"/>
          <p:cNvCxnSpPr/>
          <p:nvPr/>
        </p:nvCxnSpPr>
        <p:spPr>
          <a:xfrm flipV="1">
            <a:off x="2142772" y="3003550"/>
            <a:ext cx="1834240" cy="952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215177" y="3016642"/>
            <a:ext cx="1689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smtClean="0">
                <a:latin typeface="Poppins" panose="00000500000000000000" pitchFamily="2" charset="0"/>
                <a:cs typeface="Poppins" panose="00000500000000000000" pitchFamily="2" charset="0"/>
              </a:rPr>
              <a:t>Create business accounts</a:t>
            </a:r>
            <a:endParaRPr 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52" name="Straight Connector 51"/>
          <p:cNvCxnSpPr/>
          <p:nvPr/>
        </p:nvCxnSpPr>
        <p:spPr>
          <a:xfrm>
            <a:off x="5809060" y="1455821"/>
            <a:ext cx="1" cy="76756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3416968" y="1455821"/>
            <a:ext cx="744641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792925" y="1677865"/>
            <a:ext cx="14558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Poppins" panose="00000500000000000000" pitchFamily="2" charset="0"/>
                <a:cs typeface="Poppins" panose="00000500000000000000" pitchFamily="2" charset="0"/>
              </a:rPr>
              <a:t>Offers</a:t>
            </a:r>
            <a:endParaRPr lang="en-US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59" name="Straight Arrow Connector 58"/>
          <p:cNvCxnSpPr/>
          <p:nvPr/>
        </p:nvCxnSpPr>
        <p:spPr>
          <a:xfrm flipV="1">
            <a:off x="8381244" y="820593"/>
            <a:ext cx="0" cy="65102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Group 65"/>
          <p:cNvGrpSpPr/>
          <p:nvPr/>
        </p:nvGrpSpPr>
        <p:grpSpPr>
          <a:xfrm>
            <a:off x="4804152" y="170384"/>
            <a:ext cx="2189908" cy="675138"/>
            <a:chOff x="4957010" y="2234977"/>
            <a:chExt cx="3019927" cy="931029"/>
          </a:xfrm>
        </p:grpSpPr>
        <p:sp>
          <p:nvSpPr>
            <p:cNvPr id="67" name="Rounded Rectangle 66"/>
            <p:cNvSpPr/>
            <p:nvPr/>
          </p:nvSpPr>
          <p:spPr>
            <a:xfrm>
              <a:off x="4957010" y="2234977"/>
              <a:ext cx="3019927" cy="917297"/>
            </a:xfrm>
            <a:prstGeom prst="roundRect">
              <a:avLst>
                <a:gd name="adj" fmla="val 10953"/>
              </a:avLst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4995552" y="2274702"/>
              <a:ext cx="2949984" cy="8913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smtClean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Can post pictures and videos of their pets through profiles</a:t>
              </a:r>
              <a:endParaRPr lang="en-US" sz="1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cxnSp>
        <p:nvCxnSpPr>
          <p:cNvPr id="69" name="Straight Arrow Connector 68"/>
          <p:cNvCxnSpPr/>
          <p:nvPr/>
        </p:nvCxnSpPr>
        <p:spPr>
          <a:xfrm flipH="1" flipV="1">
            <a:off x="5802450" y="835564"/>
            <a:ext cx="6871" cy="6202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V="1">
            <a:off x="3413532" y="804801"/>
            <a:ext cx="0" cy="65102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/>
          <p:cNvGrpSpPr/>
          <p:nvPr/>
        </p:nvGrpSpPr>
        <p:grpSpPr>
          <a:xfrm>
            <a:off x="2390718" y="157794"/>
            <a:ext cx="2189908" cy="665180"/>
            <a:chOff x="4957010" y="2234977"/>
            <a:chExt cx="3019927" cy="917297"/>
          </a:xfrm>
        </p:grpSpPr>
        <p:sp>
          <p:nvSpPr>
            <p:cNvPr id="72" name="Rounded Rectangle 71"/>
            <p:cNvSpPr/>
            <p:nvPr/>
          </p:nvSpPr>
          <p:spPr>
            <a:xfrm>
              <a:off x="4957010" y="2234977"/>
              <a:ext cx="3019927" cy="917297"/>
            </a:xfrm>
            <a:prstGeom prst="roundRect">
              <a:avLst>
                <a:gd name="adj" fmla="val 10953"/>
              </a:avLst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995552" y="2390849"/>
              <a:ext cx="2949984" cy="636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smtClean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Make communities (Groups)</a:t>
              </a:r>
              <a:endParaRPr lang="en-US" sz="1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9768429" y="189766"/>
            <a:ext cx="2189908" cy="665180"/>
            <a:chOff x="4957010" y="2234977"/>
            <a:chExt cx="3019927" cy="917297"/>
          </a:xfrm>
        </p:grpSpPr>
        <p:sp>
          <p:nvSpPr>
            <p:cNvPr id="75" name="Rounded Rectangle 74"/>
            <p:cNvSpPr/>
            <p:nvPr/>
          </p:nvSpPr>
          <p:spPr>
            <a:xfrm>
              <a:off x="4957010" y="2234977"/>
              <a:ext cx="3019927" cy="917297"/>
            </a:xfrm>
            <a:prstGeom prst="roundRect">
              <a:avLst>
                <a:gd name="adj" fmla="val 10953"/>
              </a:avLst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4991981" y="2510336"/>
              <a:ext cx="2949984" cy="3819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smtClean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Forums</a:t>
              </a:r>
              <a:endParaRPr lang="en-US" sz="12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cxnSp>
        <p:nvCxnSpPr>
          <p:cNvPr id="78" name="Straight Arrow Connector 77"/>
          <p:cNvCxnSpPr/>
          <p:nvPr/>
        </p:nvCxnSpPr>
        <p:spPr>
          <a:xfrm flipV="1">
            <a:off x="10863382" y="854946"/>
            <a:ext cx="0" cy="6190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 flipV="1">
            <a:off x="11201400" y="854946"/>
            <a:ext cx="37619" cy="391331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0006708" y="2416692"/>
            <a:ext cx="14558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Poppins" panose="00000500000000000000" pitchFamily="2" charset="0"/>
                <a:cs typeface="Poppins" panose="00000500000000000000" pitchFamily="2" charset="0"/>
              </a:rPr>
              <a:t>Contributes</a:t>
            </a:r>
            <a:endParaRPr lang="en-US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86" name="Straight Connector 85"/>
          <p:cNvCxnSpPr/>
          <p:nvPr/>
        </p:nvCxnSpPr>
        <p:spPr>
          <a:xfrm flipH="1">
            <a:off x="8264449" y="2662238"/>
            <a:ext cx="6093" cy="2849881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endCxn id="11" idx="3"/>
          </p:cNvCxnSpPr>
          <p:nvPr/>
        </p:nvCxnSpPr>
        <p:spPr>
          <a:xfrm flipH="1" flipV="1">
            <a:off x="6996939" y="2682038"/>
            <a:ext cx="1294574" cy="654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6118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45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Sandeepa 20210302</dc:creator>
  <cp:lastModifiedBy>Sandeepa 20210302</cp:lastModifiedBy>
  <cp:revision>14</cp:revision>
  <dcterms:created xsi:type="dcterms:W3CDTF">2022-11-13T09:51:38Z</dcterms:created>
  <dcterms:modified xsi:type="dcterms:W3CDTF">2022-11-13T20:22:49Z</dcterms:modified>
</cp:coreProperties>
</file>
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 snapToGrid="0">
      <p:cViewPr varScale="1">
        <p:scale>
          <a:sx n="77" d="100"/>
          <a:sy n="77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71BC9-BF81-45DC-83D5-BB69DE6630E1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5A8C3-29B3-4E23-9F42-36BC26DA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1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71BC9-BF81-45DC-83D5-BB69DE6630E1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5A8C3-29B3-4E23-9F42-36BC26DA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50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71BC9-BF81-45DC-83D5-BB69DE6630E1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5A8C3-29B3-4E23-9F42-36BC26DA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73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71BC9-BF81-45DC-83D5-BB69DE6630E1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5A8C3-29B3-4E23-9F42-36BC26DA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29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71BC9-BF81-45DC-83D5-BB69DE6630E1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5A8C3-29B3-4E23-9F42-36BC26DA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251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71BC9-BF81-45DC-83D5-BB69DE6630E1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5A8C3-29B3-4E23-9F42-36BC26DA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84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71BC9-BF81-45DC-83D5-BB69DE6630E1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5A8C3-29B3-4E23-9F42-36BC26DA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3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71BC9-BF81-45DC-83D5-BB69DE6630E1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5A8C3-29B3-4E23-9F42-36BC26DA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5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71BC9-BF81-45DC-83D5-BB69DE6630E1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5A8C3-29B3-4E23-9F42-36BC26DA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33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71BC9-BF81-45DC-83D5-BB69DE6630E1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5A8C3-29B3-4E23-9F42-36BC26DA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9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71BC9-BF81-45DC-83D5-BB69DE6630E1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5A8C3-29B3-4E23-9F42-36BC26DA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70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71BC9-BF81-45DC-83D5-BB69DE6630E1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5A8C3-29B3-4E23-9F42-36BC26DA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21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549659" y="756755"/>
            <a:ext cx="1295245" cy="1439991"/>
            <a:chOff x="1351394" y="2755232"/>
            <a:chExt cx="1387641" cy="154271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748" y="2755232"/>
              <a:ext cx="1234935" cy="1234935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351394" y="3990167"/>
              <a:ext cx="13876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Poppins" panose="00000500000000000000" pitchFamily="2" charset="0"/>
                  <a:cs typeface="Poppins" panose="00000500000000000000" pitchFamily="2" charset="0"/>
                </a:rPr>
                <a:t>veterinarian</a:t>
              </a:r>
              <a:endParaRPr lang="en-US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831179" y="63507"/>
            <a:ext cx="1997243" cy="1815998"/>
            <a:chOff x="7784431" y="413083"/>
            <a:chExt cx="1997243" cy="181599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84431" y="413083"/>
              <a:ext cx="1548815" cy="1548815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8325853" y="1921304"/>
              <a:ext cx="14558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Poppins" panose="00000500000000000000" pitchFamily="2" charset="0"/>
                  <a:cs typeface="Poppins" panose="00000500000000000000" pitchFamily="2" charset="0"/>
                </a:rPr>
                <a:t>User</a:t>
              </a:r>
              <a:endParaRPr lang="en-US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977012" y="2223389"/>
            <a:ext cx="3019927" cy="917297"/>
            <a:chOff x="4957010" y="2234977"/>
            <a:chExt cx="3019927" cy="917297"/>
          </a:xfrm>
        </p:grpSpPr>
        <p:sp>
          <p:nvSpPr>
            <p:cNvPr id="11" name="Rounded Rectangle 10"/>
            <p:cNvSpPr/>
            <p:nvPr/>
          </p:nvSpPr>
          <p:spPr>
            <a:xfrm>
              <a:off x="4957010" y="2234977"/>
              <a:ext cx="3019927" cy="917297"/>
            </a:xfrm>
            <a:prstGeom prst="roundRect">
              <a:avLst>
                <a:gd name="adj" fmla="val 10953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486399" y="2533023"/>
              <a:ext cx="21897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Mobile Application</a:t>
              </a:r>
              <a:endPara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95940" y="2143685"/>
            <a:ext cx="1528464" cy="1599250"/>
            <a:chOff x="288304" y="2000599"/>
            <a:chExt cx="1528464" cy="1599250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304" y="2000599"/>
              <a:ext cx="1440530" cy="144053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433589" y="3292072"/>
              <a:ext cx="13831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Poppins" panose="00000500000000000000" pitchFamily="2" charset="0"/>
                  <a:cs typeface="Poppins" panose="00000500000000000000" pitchFamily="2" charset="0"/>
                </a:rPr>
                <a:t>Pet day care</a:t>
              </a:r>
              <a:endParaRPr lang="en-US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02027" y="3706877"/>
            <a:ext cx="1415560" cy="1561796"/>
            <a:chOff x="360947" y="3917592"/>
            <a:chExt cx="1415560" cy="1561796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4" b="1811"/>
            <a:stretch/>
          </p:blipFill>
          <p:spPr>
            <a:xfrm>
              <a:off x="360947" y="3917592"/>
              <a:ext cx="1376908" cy="1231924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393328" y="5171611"/>
              <a:ext cx="13831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Poppins" panose="00000500000000000000" pitchFamily="2" charset="0"/>
                  <a:cs typeface="Poppins" panose="00000500000000000000" pitchFamily="2" charset="0"/>
                </a:rPr>
                <a:t>Pet trainers</a:t>
              </a:r>
              <a:endParaRPr lang="en-US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71869" y="5378955"/>
            <a:ext cx="1187119" cy="1452694"/>
            <a:chOff x="3070415" y="5325499"/>
            <a:chExt cx="1187119" cy="1452694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0415" y="5325499"/>
              <a:ext cx="1187119" cy="1150846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3247059" y="6470416"/>
              <a:ext cx="8338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Poppins" panose="00000500000000000000" pitchFamily="2" charset="0"/>
                  <a:cs typeface="Poppins" panose="00000500000000000000" pitchFamily="2" charset="0"/>
                </a:rPr>
                <a:t>Stores</a:t>
              </a:r>
              <a:endParaRPr lang="en-US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8686635" y="4364451"/>
            <a:ext cx="2827751" cy="2057520"/>
            <a:chOff x="8686635" y="4364451"/>
            <a:chExt cx="2827751" cy="2057520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635" y="4364451"/>
              <a:ext cx="2827751" cy="1885167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9372600" y="6114194"/>
              <a:ext cx="17379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Poppins" panose="00000500000000000000" pitchFamily="2" charset="0"/>
                  <a:cs typeface="Poppins" panose="00000500000000000000" pitchFamily="2" charset="0"/>
                </a:rPr>
                <a:t>Pet community</a:t>
              </a:r>
              <a:endParaRPr lang="en-US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cxnSp>
        <p:nvCxnSpPr>
          <p:cNvPr id="37" name="Straight Arrow Connector 36"/>
          <p:cNvCxnSpPr/>
          <p:nvPr/>
        </p:nvCxnSpPr>
        <p:spPr>
          <a:xfrm flipH="1">
            <a:off x="6924172" y="1365337"/>
            <a:ext cx="1907008" cy="7978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51343" y="134365"/>
            <a:ext cx="1891429" cy="66972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404393" y="160175"/>
            <a:ext cx="1772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Poppins" panose="00000500000000000000" pitchFamily="2" charset="0"/>
                <a:cs typeface="Poppins" panose="00000500000000000000" pitchFamily="2" charset="0"/>
              </a:rPr>
              <a:t>Services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43" name="Straight Arrow Connector 42"/>
          <p:cNvCxnSpPr>
            <a:stCxn id="11" idx="1"/>
          </p:cNvCxnSpPr>
          <p:nvPr/>
        </p:nvCxnSpPr>
        <p:spPr>
          <a:xfrm flipH="1">
            <a:off x="2138780" y="2682038"/>
            <a:ext cx="1838232" cy="86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71586" y="2382935"/>
            <a:ext cx="145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Poppins" panose="00000500000000000000" pitchFamily="2" charset="0"/>
                <a:cs typeface="Poppins" panose="00000500000000000000" pitchFamily="2" charset="0"/>
              </a:rPr>
              <a:t>Provides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118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14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Sandeepa 20210302</dc:creator>
  <cp:lastModifiedBy>Sandeepa 20210302</cp:lastModifiedBy>
  <cp:revision>5</cp:revision>
  <dcterms:created xsi:type="dcterms:W3CDTF">2022-11-13T09:51:38Z</dcterms:created>
  <dcterms:modified xsi:type="dcterms:W3CDTF">2022-11-13T13:56:30Z</dcterms:modified>
</cp:coreProperties>
</file>